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73152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A59D1"/>
                </a:solidFill>
              </a:rPr>
              <a:t>메인 에이전트 (통합 분석)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6A9E"/>
                </a:solidFill>
              </a:rPr>
              <a:t>뉴스 · 공시 · 재무 서브에이전트를 병렬 호출하여
종합 투자 시그널과 LLM 분석 요약을 반환하는 오케스트레이터 에이전트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4572000"/>
            <a:ext cx="201168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7A4A"/>
                </a:solidFill>
              </a:rPr>
              <a:t>gpt-5-mini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4572000"/>
            <a:ext cx="201168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A59D1"/>
                </a:solidFill>
              </a:rPr>
              <a:t>LangGraph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4572000"/>
            <a:ext cx="201168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4572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86C00"/>
                </a:solidFill>
              </a:rPr>
              <a:t>PostgreSQL 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9E"/>
                </a:solidFill>
              </a:rPr>
              <a:t>stock-supporters-backend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아키텍처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AFF"/>
                </a:solidFill>
              </a:rPr>
              <a:t>POST /api/v1/agent/query 요청 처리 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64008" cy="14630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59D1"/>
                </a:solidFill>
              </a:rPr>
              <a:t>① 인증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9E"/>
                </a:solidFill>
              </a:rPr>
              <a:t>쿠키 / 쿼리 파라미터 / Authorization 헤더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57784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64008" cy="1463040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6C00"/>
                </a:solidFill>
              </a:rPr>
              <a:t>② 캐시 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9E"/>
                </a:solidFill>
              </a:rPr>
              <a:t>PostgreSQL — 동일 ticker 1시간 이내 결과 재사용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57784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64008" cy="1463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81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A4A"/>
                </a:solidFill>
              </a:rPr>
              <a:t>③ 병렬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9E"/>
                </a:solidFill>
              </a:rPr>
              <a:t>asyncio.gather() → 뉴스 · 공시 · 재무 동시 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71800"/>
            <a:ext cx="557784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71800"/>
            <a:ext cx="64008" cy="14630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815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59D1"/>
                </a:solidFill>
              </a:rPr>
              <a:t>④ 시그널 집계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9E"/>
                </a:solidFill>
              </a:rPr>
              <a:t>가중 평균: Σ(signal × confidence) / Σ(confidence)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557784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663440"/>
            <a:ext cx="64008" cy="1463040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73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6C00"/>
                </a:solidFill>
              </a:rPr>
              <a:t>⑤ LLM 종합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9E"/>
                </a:solidFill>
              </a:rPr>
              <a:t>OpenAISynthesisClient (gpt-5-mini) → summary + key_points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63440"/>
            <a:ext cx="557784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663440"/>
            <a:ext cx="64008" cy="1463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773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7A4A"/>
                </a:solidFill>
              </a:rPr>
              <a:t>⑥ 저장 및 반환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57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9E"/>
                </a:solidFill>
              </a:rPr>
              <a:t>integrated_analysis_results INSERT → FrontendAgentResponse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서브에이전트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AFF"/>
                </a:solidFill>
              </a:rPr>
              <a:t>각 에이전트의 데이터 소스 · 기술 · 응답 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뉴스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429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55"/>
                </a:solidFill>
              </a:rPr>
              <a:t>• 네이버 뉴스 API 수집 (8개 종목)
• OpenAI gpt-5-mini 감성 분석
• 최신 기사 우선 가중
• DB 없으면 자동 수집 후 재분석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3291840" cy="548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1206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7A4A"/>
                </a:solidFill>
              </a:rPr>
              <a:t>⏱  8 ~ 12 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공시 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429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55"/>
                </a:solidFill>
              </a:rPr>
              <a:t>• DART API → 공시 수집 및 저장
• LangGraph RAG (gpt-5-mini)
• 3가지 분석 타입 (full/signal/flow)
• Redis 캐시 1시간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4983480"/>
            <a:ext cx="3291840" cy="54864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51206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6C00"/>
                </a:solidFill>
              </a:rPr>
              <a:t>⏱  캐시 ~500ms / RAG 7~20초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65760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재무 에이전트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3429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55"/>
                </a:solidFill>
              </a:rPr>
              <a:t>• SerpAPI + DART 재무비율 수집
• pgvector 코사인 유사도 검색
• LangGraph RAG (gpt-5-mini)
• 첫 종목 자동 수집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983480"/>
            <a:ext cx="3291840" cy="54864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512064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59D1"/>
                </a:solidFill>
              </a:rPr>
              <a:t>⏱  캐시 ~1초 / 첫 분석 40~60초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엔드포인트 스펙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</a:rPr>
              <a:t>POST  /api/v1/agent/query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A9E"/>
                </a:solidFill>
              </a:rPr>
              <a:t>요청 Body:
  ticker     종목 코드 (예: 005930)
  query      사용자 질문
응답 주요 필드:
  result_status  success | partial_failure | failure
  answer         LLM 종합 요약
  agent_results  서브에이전트별 결과 배열
    ├ agent_name   news | disclosure | finance
    ├ signal       bullish | bearish | neutral
    ├ confidence   0.0 ~ 1.0
    ├ summary      에이전트 분석 요약
    └ key_points   핵심 포인트 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94960" cy="2468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59D1"/>
                </a:solidFill>
              </a:rPr>
              <a:t>GET  /api/v1/agent/history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A9E"/>
                </a:solidFill>
              </a:rPr>
              <a:t>파라미터:
  ticker  종목 코드 (필수)
  limit   최대 50건 (기본 10)
응답: 최근 분석 이력 배열
  overall_signal, confidence,
  summary, key_points, created_at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794760"/>
            <a:ext cx="5394960" cy="2606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6C00"/>
                </a:solidFill>
              </a:rPr>
              <a:t>인증 방식 (공통)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370832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6A9E"/>
                </a:solidFill>
              </a:rPr>
              <a:t>① 쿼리 파라미터:  ?token={uuid}
② 쿠키:           user_token
③ 헤더:           Authorization: Bearer {uuid}
미인증 시 401 → 프론트 로그인 페이지 redirect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시그널 집계 &amp; DB 테이블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59D1"/>
                </a:solidFill>
              </a:rPr>
              <a:t>시그널 가중 집계 로직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55"/>
                </a:solidFill>
              </a:rPr>
              <a:t>score = Σ(signal_score × confidence)
         / Σ(confidence)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5120640" cy="45720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712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</a:rPr>
              <a:t>+1.0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712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55"/>
                </a:solidFill>
              </a:rPr>
              <a:t>bullish  →  매수 신호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5120640" cy="45720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1985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A9E"/>
                </a:solidFill>
              </a:rPr>
              <a:t> 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19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55"/>
                </a:solidFill>
              </a:rPr>
              <a:t>neutral  →  관망 신호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120640" cy="45720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684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-1.0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684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55"/>
                </a:solidFill>
              </a:rPr>
              <a:t>bearish  →  매도 신호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9E"/>
                </a:solidFill>
              </a:rPr>
              <a:t>판정 기준:
  score &gt; +0.2  →  bullish
  score &lt; −0.2  →  bearish
  그 외          →  neutral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39496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618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59D1"/>
                </a:solidFill>
              </a:rPr>
              <a:t>integrated_analysis_results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783080"/>
            <a:ext cx="5303520" cy="51206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83794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ticker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37943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6C00"/>
                </a:solidFill>
              </a:rPr>
              <a:t>VARCHAR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837943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종목 코드 (인덱스)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50008"/>
            <a:ext cx="5303520" cy="512064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40487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overall_signal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4048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6C00"/>
                </a:solidFill>
              </a:rPr>
              <a:t>VARCHAR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4048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bullish / bearish / neutral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916936"/>
            <a:ext cx="5303520" cy="51206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9718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7180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6C00"/>
                </a:solidFill>
              </a:rPr>
              <a:t>FLOAT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97180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0.0 ~ 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483863"/>
            <a:ext cx="5303520" cy="512064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53872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538727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6C00"/>
                </a:solidFill>
              </a:rPr>
              <a:t>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38727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LLM 종합 요약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050791"/>
            <a:ext cx="5303520" cy="51206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105655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key_points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105655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6C00"/>
                </a:solidFill>
              </a:rPr>
              <a:t>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105655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핵심 포인트 리스트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617720"/>
            <a:ext cx="5303520" cy="512064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672583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sub_results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672583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6C00"/>
                </a:solidFill>
              </a:rPr>
              <a:t>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672583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서브에이전트 결과 전체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5184648"/>
            <a:ext cx="5303520" cy="51206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23951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created_at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23951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86C00"/>
                </a:solidFill>
              </a:rPr>
              <a:t>DATETIME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23951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생성 시각 (캐시 기준)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897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※ 캐시: created_at 기준 1시간 이내 재사용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에러 처리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AFF"/>
                </a:solidFill>
              </a:rPr>
              <a:t>서브에이전트 실패 격리 · result_status 판정 · 집계 제외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394960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949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서브에이전트 실패 격리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asyncio.gather(return_exceptions=True)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299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하나가 실패해도 나머지 에이전트는 계속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50592"/>
            <a:ext cx="521208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450592"/>
            <a:ext cx="54864" cy="8686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05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4A"/>
                </a:solidFill>
              </a:rPr>
              <a:t>뉴스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52928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DB 없음 → 자동 수집 후 재시도
재시도 후에도 없으면 no_data 반환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38144"/>
            <a:ext cx="5212080" cy="86868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438144"/>
            <a:ext cx="54864" cy="868680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93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6C00"/>
                </a:solidFill>
              </a:rPr>
              <a:t>공시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예외 발생 시 error 반환
Redis 캐시 히트 시 즉시 반환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25696"/>
            <a:ext cx="521208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425696"/>
            <a:ext cx="54864" cy="86868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805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재무 에이전트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28032"/>
            <a:ext cx="4937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벡터 DB 없음 → 자동 수집 후 재시도
수집 실패 시 error 반환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68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9E"/>
                </a:solidFill>
              </a:rPr>
              <a:t>실패 에이전트 → _coerce() → SubAgentResponse.error()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188720"/>
            <a:ext cx="5833872" cy="2468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188720"/>
            <a:ext cx="5833872" cy="384048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188720"/>
            <a:ext cx="5833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result_status 판정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719072"/>
            <a:ext cx="562356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810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55"/>
                </a:solidFill>
              </a:rPr>
              <a:t>3개 모두 성공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18105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7A4A"/>
                </a:solidFill>
              </a:rPr>
              <a:t>success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286000"/>
            <a:ext cx="5623560" cy="50292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55"/>
                </a:solidFill>
              </a:rPr>
              <a:t>1~2개 성공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377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6C00"/>
                </a:solidFill>
              </a:rPr>
              <a:t>partial_failure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852928"/>
            <a:ext cx="562356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944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55"/>
                </a:solidFill>
              </a:rPr>
              <a:t>전체 실패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9443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failure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822191"/>
            <a:ext cx="5833872" cy="2578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3822191"/>
            <a:ext cx="5833872" cy="384048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3822191"/>
            <a:ext cx="5833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집계 &amp; 저장 규칙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343400"/>
            <a:ext cx="5623560" cy="5943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379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시그널 집계 제외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63600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is_success() AND signal != None 조건 미충족 시
실패/no_data 에이전트는 집계에서 제외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001768"/>
            <a:ext cx="5623560" cy="594360"/>
          </a:xfrm>
          <a:prstGeom prst="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0383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DB 저장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29437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result_status == SUCCESS 일 때만 저장
partial_failure / failure 는 저장 안 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5660136"/>
            <a:ext cx="5623560" cy="5943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696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59D1"/>
                </a:solidFill>
              </a:rPr>
              <a:t>캐시 재사용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9527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A9E"/>
                </a:solidFill>
              </a:rPr>
              <a:t>저장된 결과는 1시간 동안 캐시
동일 ticker 재요청 시 서브에이전트 미호출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분석 가능 종목 (8개)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AFF"/>
                </a:solidFill>
              </a:rPr>
              <a:t>뉴스 에이전트 지원 종목 — 공시·재무 에이전트는 모든 종목 지원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788920" cy="2331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88920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삼성전자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005930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93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반도체 · 전자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55"/>
                </a:solidFill>
              </a:rPr>
              <a:t>"삼성전자 투자해도 될까요?"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88920" cy="2331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788920" cy="384048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887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SK하이닉스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64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000660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93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HBM · 메모리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2316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55"/>
                </a:solidFill>
              </a:rPr>
              <a:t>"HBM 실적 기대되는데 투자해도 될까?"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88920" cy="2331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2788920" cy="384048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현대차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1664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005380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전기차 · 모빌리티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42316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55"/>
                </a:solidFill>
              </a:rPr>
              <a:t>"전기차 전환 어떻게 보고 있어?"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188720"/>
            <a:ext cx="2788920" cy="2331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188720"/>
            <a:ext cx="2788920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18872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네이버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6642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035420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93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AI · 플랫폼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42316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55"/>
                </a:solidFill>
              </a:rPr>
              <a:t>"AI 사업 성장 가능성 어때?"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40480"/>
            <a:ext cx="2788920" cy="2331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840480"/>
            <a:ext cx="2788920" cy="384048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840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카카오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035720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645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플랫폼 · 콘텐츠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07492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55"/>
                </a:solidFill>
              </a:rPr>
              <a:t>"지금 저점 매수 타이밍일까?"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3840480"/>
            <a:ext cx="2788920" cy="2331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3840480"/>
            <a:ext cx="2788920" cy="384048"/>
          </a:xfrm>
          <a:prstGeom prst="rect">
            <a:avLst/>
          </a:prstGeom>
          <a:solidFill>
            <a:srgbClr val="B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3840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셀트리온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6C00"/>
                </a:solidFill>
              </a:rPr>
              <a:t>068270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645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바이오시밀러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507492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55"/>
                </a:solidFill>
              </a:rPr>
              <a:t>"바이오시밀러 전망은?"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40480"/>
            <a:ext cx="2788920" cy="2331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840480"/>
            <a:ext cx="2788920" cy="38404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840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삼성바이오로직스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207940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4645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CMO · 바이오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507492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55"/>
                </a:solidFill>
              </a:rPr>
              <a:t>"장기 투자 괜찮을까?"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3840480"/>
            <a:ext cx="2788920" cy="2331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89720" y="3840480"/>
            <a:ext cx="2788920" cy="384048"/>
          </a:xfrm>
          <a:prstGeom prst="rect">
            <a:avLst/>
          </a:prstGeom>
          <a:solidFill>
            <a:srgbClr val="3A5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38404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포스코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31596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</a:rPr>
              <a:t>005490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4645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2차전지 · 철강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07492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55"/>
                </a:solidFill>
              </a:rPr>
              <a:t>"2차전지 소재 사업 어때?"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9E"/>
                </a:solidFill>
              </a:rPr>
              <a:t>※ 새 종목 추가: TICKER_TO_KEYWORDS &amp; COLLECTION_KEYWORDS 두 곳 모두 수정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