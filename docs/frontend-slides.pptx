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418320" cy="73152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A59D1"/>
                </a:solidFill>
              </a:rPr>
              <a:t>UI 핵심 기능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6A9E"/>
                </a:solidFill>
              </a:rPr>
              <a:t>stock-supporters-frontend  |  Next.js 16 · React 19 · Jotai · Tailwind CSS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4389120"/>
            <a:ext cx="182880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A59D1"/>
                </a:solidFill>
              </a:rPr>
              <a:t>Next.js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389120"/>
            <a:ext cx="182880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7A4A"/>
                </a:solidFill>
              </a:rPr>
              <a:t>React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4389120"/>
            <a:ext cx="182880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86C00"/>
                </a:solidFill>
              </a:rPr>
              <a:t>Jotai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4389120"/>
            <a:ext cx="182880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7A7A"/>
                </a:solidFill>
              </a:rPr>
              <a:t>Tailwind CSS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4389120"/>
            <a:ext cx="182880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A3AB8"/>
                </a:solidFill>
              </a:rPr>
              <a:t>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9E"/>
                </a:solidFill>
              </a:rPr>
              <a:t>stock-supporters-frontend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페이지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AFF"/>
                </a:solidFill>
              </a:rPr>
              <a:t>Next.js App Router 기반 페이지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669280" cy="9601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4864" cy="96012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59D1"/>
                </a:solidFill>
              </a:rP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2344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55"/>
                </a:solidFill>
              </a:rPr>
              <a:t>홈페이지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AI 에이전트 서비스 소개 및 사용법 안내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67712"/>
            <a:ext cx="5669280" cy="9601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267712"/>
            <a:ext cx="54864" cy="96012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134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59D1"/>
                </a:solidFill>
              </a:rPr>
              <a:t>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3134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55"/>
                </a:solidFill>
              </a:rPr>
              <a:t>로그인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706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카카오 OAuth 소셜 로그인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346704"/>
            <a:ext cx="5669280" cy="9601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346704"/>
            <a:ext cx="54864" cy="96012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924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59D1"/>
                </a:solidFill>
              </a:rPr>
              <a:t>/account/signup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3924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55"/>
                </a:solidFill>
              </a:rPr>
              <a:t>회원가입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96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약관 동의 → 계정 생성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425696"/>
            <a:ext cx="5669280" cy="9601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425696"/>
            <a:ext cx="54864" cy="96012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471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59D1"/>
                </a:solidFill>
              </a:rPr>
              <a:t>/auth-callback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4714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55"/>
                </a:solidFill>
              </a:rPr>
              <a:t>OAuth 콜백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286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카카오 인증 후 토큰 저장 및 리다이렉트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504688"/>
            <a:ext cx="5669280" cy="9601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5504688"/>
            <a:ext cx="54864" cy="9601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550407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7A4A"/>
                </a:solidFill>
              </a:rPr>
              <a:t>/stock-recommendation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555040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55"/>
                </a:solidFill>
              </a:rPr>
              <a:t>주식 분석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007607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종목코드 + 질문 입력 → 3개 에이전트 분석 결과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1188720"/>
            <a:ext cx="5669280" cy="9601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59" y="1188720"/>
            <a:ext cx="54864" cy="960120"/>
          </a:xfrm>
          <a:prstGeom prst="rect">
            <a:avLst/>
          </a:prstGeom>
          <a:solidFill>
            <a:srgbClr val="B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1234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6C00"/>
                </a:solidFill>
              </a:rPr>
              <a:t>/board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12344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55"/>
                </a:solidFill>
              </a:rPr>
              <a:t>게시판 목록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16916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페이지네이션 게시물 목록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2267712"/>
            <a:ext cx="5669280" cy="9601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59" y="2267712"/>
            <a:ext cx="54864" cy="960120"/>
          </a:xfrm>
          <a:prstGeom prst="rect">
            <a:avLst/>
          </a:prstGeom>
          <a:solidFill>
            <a:srgbClr val="B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23134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6C00"/>
                </a:solidFill>
              </a:rPr>
              <a:t>/board/create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19" y="23134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55"/>
                </a:solidFill>
              </a:rPr>
              <a:t>게시물 작성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27706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새 게시물 작성 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59" y="3346704"/>
            <a:ext cx="5669280" cy="9601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59" y="3346704"/>
            <a:ext cx="54864" cy="960120"/>
          </a:xfrm>
          <a:prstGeom prst="rect">
            <a:avLst/>
          </a:prstGeom>
          <a:solidFill>
            <a:srgbClr val="B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3924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6C00"/>
                </a:solidFill>
              </a:rPr>
              <a:t>/board/read/[id]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19" y="33924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55"/>
                </a:solidFill>
              </a:rPr>
              <a:t>게시물 상세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38496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게시물 조회 / 수정 / 삭제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59" y="4425696"/>
            <a:ext cx="5669280" cy="9601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59" y="4425696"/>
            <a:ext cx="54864" cy="960120"/>
          </a:xfrm>
          <a:prstGeom prst="rect">
            <a:avLst/>
          </a:prstGeom>
          <a:solidFill>
            <a:srgbClr val="6A3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471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A3AB8"/>
                </a:solidFill>
              </a:rPr>
              <a:t>/youtube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19" y="44714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55"/>
                </a:solidFill>
              </a:rPr>
              <a:t>YouTube 피드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9286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주식 관련 유튜브 영상 목록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주식 분석 페이지 (핵심 기능)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AFF"/>
                </a:solidFill>
              </a:rPr>
              <a:t>/stock-recommendation — 메인 AI 분석 화면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3657600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657600" cy="384048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입력 &amp; 흐름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19072"/>
            <a:ext cx="3429000" cy="6583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73936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59D1"/>
                </a:solidFill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647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55"/>
                </a:solidFill>
              </a:rPr>
              <a:t>종목 코드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A9E"/>
                </a:solidFill>
              </a:rPr>
              <a:t>예: 005930 (삼성전자)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468879"/>
            <a:ext cx="3429000" cy="658368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23744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59D1"/>
                </a:solidFill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51459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55"/>
                </a:solidFill>
              </a:rPr>
              <a:t>질문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072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A9E"/>
                </a:solidFill>
              </a:rPr>
              <a:t>예: 투자해도 될까요?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218687"/>
            <a:ext cx="3429000" cy="6583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73551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59D1"/>
                </a:solidFill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64407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55"/>
                </a:solidFill>
              </a:rPr>
              <a:t>분석 요청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57015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A9E"/>
                </a:solidFill>
              </a:rPr>
              <a:t>POST /api/v1/agent/query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968496"/>
            <a:ext cx="3429000" cy="658368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23359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59D1"/>
                </a:solidFill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14215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55"/>
                </a:solidFill>
              </a:rPr>
              <a:t>로딩 단계 표시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068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A9E"/>
                </a:solidFill>
              </a:rPr>
              <a:t>3단계 진행 애니메이션 (7초 간격)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718304"/>
            <a:ext cx="3429000" cy="6583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7316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59D1"/>
                </a:solidFill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7640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55"/>
                </a:solidFill>
              </a:rPr>
              <a:t>결과 렌더링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566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A9E"/>
                </a:solidFill>
              </a:rPr>
              <a:t>종합 신호 + 에이전트 카드 3개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468112"/>
            <a:ext cx="3429000" cy="658368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522975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59D1"/>
                </a:solidFill>
              </a:rPr>
              <a:t>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51383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55"/>
                </a:solidFill>
              </a:rPr>
              <a:t>이력 조회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8064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A9E"/>
                </a:solidFill>
              </a:rPr>
              <a:t>GET /api/v1/agent/history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1188720"/>
            <a:ext cx="7635240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60" y="1188720"/>
            <a:ext cx="7635240" cy="38404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60" y="1188720"/>
            <a:ext cx="7635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결과 UI 컴포넌트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1719072"/>
            <a:ext cx="7406640" cy="5669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177393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A4A"/>
                </a:solidFill>
              </a:rPr>
              <a:t>AnalysisResultHeader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177393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종합 신호 배지 (bullish/bearish/neutral) + 신뢰도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2377439"/>
            <a:ext cx="7406640" cy="566928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2432303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59D1"/>
                </a:solidFill>
              </a:rPr>
              <a:t>AgentCard ×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2432303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뉴스 / 공시 / 재무 에이전트 결과 카드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43400" y="3035808"/>
            <a:ext cx="7406640" cy="5669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30906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A4A"/>
                </a:solidFill>
              </a:rPr>
              <a:t>SignalBadge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30906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에이전트별 시그널 색상 배지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3694176"/>
            <a:ext cx="7406640" cy="566928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374903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59D1"/>
                </a:solidFill>
              </a:rPr>
              <a:t>ConfidenceBar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37490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신뢰도 0.0~1.0 시각화 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352544"/>
            <a:ext cx="7406640" cy="5669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4407407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86C00"/>
                </a:solidFill>
              </a:rPr>
              <a:t>FinanceDataTable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440740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재무 에이전트: ROE·ROA·부채비율·매출 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3400" y="5010912"/>
            <a:ext cx="7406640" cy="566928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4840" y="5065775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86C00"/>
                </a:solidFill>
              </a:rPr>
              <a:t>DisclosureDetails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5065775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공시 에이전트: 핵심 공시 목록 + 카테고리별 건수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43400" y="5669280"/>
            <a:ext cx="7406640" cy="5669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34840" y="57241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3AB8"/>
                </a:solidFill>
              </a:rPr>
              <a:t>HistoryTimeline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572414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이전 분석 이력 타임라인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43400" y="6327648"/>
            <a:ext cx="7406640" cy="566928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34840" y="63825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A6A9E"/>
                </a:solidFill>
              </a:rPr>
              <a:t>AnalysisLoadingSteps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0" y="63825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3단계 로딩 진행 표시 (7초 간격 애니메이션)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게시판 &amp; 인증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88720"/>
            <a:ext cx="5486400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486400" cy="384048"/>
          </a:xfrm>
          <a:prstGeom prst="rect">
            <a:avLst/>
          </a:prstGeom>
          <a:solidFill>
            <a:srgbClr val="B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게시판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5257800" cy="7772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6C00"/>
                </a:solidFill>
              </a:rPr>
              <a:t>BoardList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214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페이지네이션 게시물 목록 (10개/페이지)
빈 상태 처리 포함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33472"/>
            <a:ext cx="5257800" cy="77724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7919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6C00"/>
                </a:solidFill>
              </a:rPr>
              <a:t>BoardListItem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17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게시물 아이템 (제목·작성자·날짜)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529584"/>
            <a:ext cx="5257800" cy="7772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7530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6C00"/>
                </a:solidFill>
              </a:rPr>
              <a:t>BoardCreateForm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게시물 작성 폼 (제목 + 본문)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425696"/>
            <a:ext cx="5257800" cy="77724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714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6C00"/>
                </a:solidFill>
              </a:rPr>
              <a:t>BoardEditForm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097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게시물 수정 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321808"/>
            <a:ext cx="5257800" cy="7772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367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6C00"/>
                </a:solidFill>
              </a:rPr>
              <a:t>BoardPostDetail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7058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게시물 상세 + 수정/삭제 버튼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188720"/>
            <a:ext cx="5577840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188720"/>
            <a:ext cx="5577840" cy="384048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1887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인증 (Auth)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737360"/>
            <a:ext cx="5349240" cy="7772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59D1"/>
                </a:solidFill>
              </a:rPr>
              <a:t>KakaoLoginButton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1214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카카오 OAuth 로그인 버튼
→ /kakao-authentication/request-oauth-link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633472"/>
            <a:ext cx="5349240" cy="77724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679191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59D1"/>
                </a:solidFill>
              </a:rPr>
              <a:t>SignupContent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0175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회원가입 폼
(닉네임·이메일·비밀번호)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529584"/>
            <a:ext cx="5349240" cy="7772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575303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59D1"/>
                </a:solidFill>
              </a:rPr>
              <a:t>TermsContent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9136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약관 동의 UI
(서비스·개인정보·아동보호)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4425696"/>
            <a:ext cx="5349240" cy="77724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47141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59D1"/>
                </a:solidFill>
              </a:rPr>
              <a:t>useAuthCallback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8097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OAuth 콜백 훅
토큰 저장 → 홈 리다이렉트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5321808"/>
            <a:ext cx="5349240" cy="7772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367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59D1"/>
                </a:solidFill>
              </a:rPr>
              <a:t>useAuth / authAtom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7058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Jotai 전역 인증 상태
UNAUTHENTICATED / AUTHENTICATED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프론트엔드 아키텍처 &amp; 상태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AFF"/>
                </a:solidFill>
              </a:rPr>
              <a:t>Clean Architecture + Jotai 원자적 상태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486400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486400" cy="384048"/>
          </a:xfrm>
          <a:prstGeom prst="rect">
            <a:avLst/>
          </a:prstGeom>
          <a:solidFill>
            <a:srgbClr val="6A3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Clean Architecture (features/)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5257800" cy="6858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755648"/>
            <a:ext cx="54864" cy="68580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59D1"/>
                </a:solidFill>
              </a:rPr>
              <a:t>ui/components/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React 컴포넌트 (View)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560320"/>
            <a:ext cx="5257800" cy="68580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560320"/>
            <a:ext cx="54864" cy="6858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151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A4A"/>
                </a:solidFill>
              </a:rPr>
              <a:t>application/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0779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hooks + atoms (비즈니스 로직)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64991"/>
            <a:ext cx="5257800" cy="6858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364991"/>
            <a:ext cx="54864" cy="685800"/>
          </a:xfrm>
          <a:prstGeom prst="rect">
            <a:avLst/>
          </a:prstGeom>
          <a:solidFill>
            <a:srgbClr val="B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198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6C00"/>
                </a:solidFill>
              </a:rPr>
              <a:t>domain/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1246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타입 · 모델 · 상태 정의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169664"/>
            <a:ext cx="5257800" cy="68580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169664"/>
            <a:ext cx="54864" cy="685800"/>
          </a:xfrm>
          <a:prstGeom prst="rect">
            <a:avLst/>
          </a:prstGeom>
          <a:solidFill>
            <a:srgbClr val="6A3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24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A3AB8"/>
                </a:solidFill>
              </a:rPr>
              <a:t>infrastructure/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171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API 호출 · 로컬 스토리지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138928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기능별 독립 모듈: auth / board / stock-recommendation / youtube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188720"/>
            <a:ext cx="5577840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188720"/>
            <a:ext cx="5577840" cy="384048"/>
          </a:xfrm>
          <a:prstGeom prst="rect">
            <a:avLst/>
          </a:prstGeom>
          <a:solidFill>
            <a:srgbClr val="0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1887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Jotai 상태 관리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755648"/>
            <a:ext cx="5349240" cy="7498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8013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59D1"/>
                </a:solidFill>
              </a:rPr>
              <a:t>authAtom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1214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인증 상태
UNAUTHENTICATED | AUTHENTICATED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2624328"/>
            <a:ext cx="5349240" cy="749808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2670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A4A"/>
                </a:solidFill>
              </a:rPr>
              <a:t>stockAnalysisAtom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9900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주식 분석 결과
IDLE → ANALYZING → SUCCESS/ERROR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493008"/>
            <a:ext cx="5349240" cy="7498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538727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A4A"/>
                </a:solidFill>
              </a:rPr>
              <a:t>analysisHistoryAtom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8587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분석 이력 목록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4361688"/>
            <a:ext cx="5349240" cy="749808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407407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6C00"/>
                </a:solidFill>
              </a:rPr>
              <a:t>boardAtom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7274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게시판 목록 + 로딩/에러 상태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23036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7A7A"/>
                </a:solidFill>
              </a:rPr>
              <a:t>HTTP Client (agentHttpClient.ts)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53212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Bearer 토큰 자동 주입 · 401 시 /login 자동 리다이렉트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