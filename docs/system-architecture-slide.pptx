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88952" cy="36576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64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D4F0"/>
                </a:solidFill>
              </a:rPr>
              <a:t>stock-supporters-backend  |  FastAPI + PostgreSQL + Redis + OpenAI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" y="74980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C4FF"/>
                </a:solidFill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" y="15727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6E3A1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" y="239572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9E2AF"/>
                </a:solidFill>
              </a:rPr>
              <a:t>Backend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" y="36118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CBA6F7"/>
                </a:solidFill>
              </a:rPr>
              <a:t>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51206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E2D8"/>
                </a:solidFill>
              </a:rPr>
              <a:t>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" y="59436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38BA8"/>
                </a:solidFill>
              </a:rPr>
              <a:t>External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481328"/>
            <a:ext cx="11155680" cy="13716"/>
          </a:xfrm>
          <a:prstGeom prst="rect">
            <a:avLst/>
          </a:prstGeom>
          <a:solidFill>
            <a:srgbClr val="2D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2304288"/>
            <a:ext cx="11155680" cy="13716"/>
          </a:xfrm>
          <a:prstGeom prst="rect">
            <a:avLst/>
          </a:prstGeom>
          <a:solidFill>
            <a:srgbClr val="2D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3090672"/>
            <a:ext cx="11155680" cy="13716"/>
          </a:xfrm>
          <a:prstGeom prst="rect">
            <a:avLst/>
          </a:prstGeom>
          <a:solidFill>
            <a:srgbClr val="2D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4956048"/>
            <a:ext cx="11155680" cy="13716"/>
          </a:xfrm>
          <a:prstGeom prst="rect">
            <a:avLst/>
          </a:prstGeom>
          <a:solidFill>
            <a:srgbClr val="2D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5870448"/>
            <a:ext cx="11155680" cy="13716"/>
          </a:xfrm>
          <a:prstGeom prst="rect">
            <a:avLst/>
          </a:prstGeom>
          <a:solidFill>
            <a:srgbClr val="2D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37760" y="777240"/>
            <a:ext cx="2286000" cy="566928"/>
          </a:xfrm>
          <a:prstGeom prst="rect">
            <a:avLst/>
          </a:prstGeom>
          <a:solidFill>
            <a:srgbClr val="1A4885"/>
          </a:solidFill>
          <a:ln w="1524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77724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C4FF"/>
                </a:solidFill>
              </a:rPr>
              <a:t>Browser /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600200"/>
            <a:ext cx="2286000" cy="566928"/>
          </a:xfrm>
          <a:prstGeom prst="rect">
            <a:avLst/>
          </a:prstGeom>
          <a:solidFill>
            <a:srgbClr val="1A4885"/>
          </a:solidFill>
          <a:ln w="1524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160020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6E3A1"/>
                </a:solidFill>
              </a:rPr>
              <a:t>React Frontend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62456"/>
            <a:ext cx="54864" cy="237744"/>
          </a:xfrm>
          <a:prstGeom prst="rect">
            <a:avLst/>
          </a:prstGeom>
          <a:solidFill>
            <a:srgbClr val="B8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0176" y="14630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8D4F0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2423160"/>
            <a:ext cx="1828800" cy="566928"/>
          </a:xfrm>
          <a:prstGeom prst="rect">
            <a:avLst/>
          </a:prstGeom>
          <a:solidFill>
            <a:srgbClr val="1A4885"/>
          </a:solidFill>
          <a:ln w="1016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242316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9E2AF"/>
                </a:solidFill>
              </a:rPr>
              <a:t>Kakao Auth
/kakao-auth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423160"/>
            <a:ext cx="1828800" cy="566928"/>
          </a:xfrm>
          <a:prstGeom prst="rect">
            <a:avLst/>
          </a:prstGeom>
          <a:solidFill>
            <a:srgbClr val="1A4885"/>
          </a:solidFill>
          <a:ln w="1016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17520" y="242316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9E2AF"/>
                </a:solidFill>
              </a:rPr>
              <a:t>Agent Router
/agent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2423160"/>
            <a:ext cx="1828800" cy="566928"/>
          </a:xfrm>
          <a:prstGeom prst="rect">
            <a:avLst/>
          </a:prstGeom>
          <a:solidFill>
            <a:srgbClr val="1A4885"/>
          </a:solidFill>
          <a:ln w="1016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74920" y="242316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9E2AF"/>
                </a:solidFill>
              </a:rPr>
              <a:t>Auth Router
/authentication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423160"/>
            <a:ext cx="1828800" cy="566928"/>
          </a:xfrm>
          <a:prstGeom prst="rect">
            <a:avLst/>
          </a:prstGeom>
          <a:solidFill>
            <a:srgbClr val="1A4885"/>
          </a:solidFill>
          <a:ln w="1016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0" y="242316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9E2AF"/>
                </a:solidFill>
              </a:rPr>
              <a:t>Board Router
/board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2423160"/>
            <a:ext cx="1828800" cy="566928"/>
          </a:xfrm>
          <a:prstGeom prst="rect">
            <a:avLst/>
          </a:prstGeom>
          <a:solidFill>
            <a:srgbClr val="1A4885"/>
          </a:solidFill>
          <a:ln w="1016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9720" y="242316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9E2AF"/>
                </a:solidFill>
              </a:rPr>
              <a:t>Stock Router
/stock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185416"/>
            <a:ext cx="54864" cy="237744"/>
          </a:xfrm>
          <a:prstGeom prst="rect">
            <a:avLst/>
          </a:prstGeom>
          <a:solidFill>
            <a:srgbClr val="B8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80176" y="22860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8D4F0"/>
                </a:solidFill>
              </a:rPr>
              <a:t>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222199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8D4F0"/>
                </a:solidFill>
              </a:rPr>
              <a:t>HTTP / REST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3218688"/>
            <a:ext cx="10241280" cy="1600200"/>
          </a:xfrm>
          <a:prstGeom prst="rect">
            <a:avLst/>
          </a:prstGeom>
          <a:solidFill>
            <a:srgbClr val="222438"/>
          </a:solidFill>
          <a:ln w="12700">
            <a:solidFill>
              <a:srgbClr val="CBA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1560" y="32644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A6F7"/>
                </a:solidFill>
              </a:rPr>
              <a:t>ProcessAgentQueryUseCase  (메인 오케스트레이터)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" y="3639312"/>
            <a:ext cx="3154680" cy="1005840"/>
          </a:xfrm>
          <a:prstGeom prst="rect">
            <a:avLst/>
          </a:prstGeom>
          <a:solidFill>
            <a:srgbClr val="163E75"/>
          </a:solidFill>
          <a:ln w="1016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7280" y="3639312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6E3A1"/>
                </a:solidFill>
              </a:rPr>
              <a:t>뉴스 에이전트
NewsSubAgentAdapter
gpt-5-mini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34840" y="3639312"/>
            <a:ext cx="3154680" cy="1005840"/>
          </a:xfrm>
          <a:prstGeom prst="rect">
            <a:avLst/>
          </a:prstGeom>
          <a:solidFill>
            <a:srgbClr val="163E75"/>
          </a:solidFill>
          <a:ln w="10160">
            <a:solidFill>
              <a:srgbClr val="F9E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34840" y="3639312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9E2AF"/>
                </a:solidFill>
              </a:rPr>
              <a:t>공시 에이전트
DisclosureSubAgentAdapter
LangGraph RAG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3639312"/>
            <a:ext cx="3154680" cy="1005840"/>
          </a:xfrm>
          <a:prstGeom prst="rect">
            <a:avLst/>
          </a:prstGeom>
          <a:solidFill>
            <a:srgbClr val="163E75"/>
          </a:solidFill>
          <a:ln w="10160">
            <a:solidFill>
              <a:srgbClr val="5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0" y="3639312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C4FF"/>
                </a:solidFill>
              </a:rPr>
              <a:t>재무 에이전트
FinanceSubAgentAdapter
pgvector + RAG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3264408"/>
            <a:ext cx="2103120" cy="292608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0" y="32644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A6F7"/>
                </a:solidFill>
              </a:rPr>
              <a:t>OpenAISynthesisClient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34381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rgbClr val="B8D4F0"/>
                </a:solidFill>
              </a:rPr>
              <a:t>asyncio.gather</a:t>
            </a:r>
            <a:r>
              <a:rPr sz="900" b="0" dirty="0">
                <a:solidFill>
                  <a:srgbClr val="B8D4F0"/>
                </a:solidFill>
              </a:rPr>
              <a:t>() ── </a:t>
            </a:r>
            <a:r>
              <a:rPr sz="900" b="0" dirty="0" err="1">
                <a:solidFill>
                  <a:srgbClr val="B8D4F0"/>
                </a:solidFill>
              </a:rPr>
              <a:t>병렬</a:t>
            </a:r>
            <a:r>
              <a:rPr sz="900" b="0" dirty="0">
                <a:solidFill>
                  <a:srgbClr val="B8D4F0"/>
                </a:solidFill>
              </a:rPr>
              <a:t> </a:t>
            </a:r>
            <a:r>
              <a:rPr sz="900" b="0" dirty="0" err="1">
                <a:solidFill>
                  <a:srgbClr val="B8D4F0"/>
                </a:solidFill>
              </a:rPr>
              <a:t>실행</a:t>
            </a:r>
            <a:endParaRPr sz="900" b="0" dirty="0">
              <a:solidFill>
                <a:srgbClr val="B8D4F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017520" y="2999232"/>
            <a:ext cx="54864" cy="219456"/>
          </a:xfrm>
          <a:prstGeom prst="rect">
            <a:avLst/>
          </a:prstGeom>
          <a:solidFill>
            <a:srgbClr val="B8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62656" y="309067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8D4F0"/>
                </a:solidFill>
              </a:rPr>
              <a:t>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0120" y="5074920"/>
            <a:ext cx="3017520" cy="685800"/>
          </a:xfrm>
          <a:prstGeom prst="rect">
            <a:avLst/>
          </a:prstGeom>
          <a:solidFill>
            <a:srgbClr val="1A4885"/>
          </a:solidFill>
          <a:ln w="10160">
            <a:solidFill>
              <a:srgbClr val="94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0120" y="5074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4E2D8"/>
                </a:solidFill>
              </a:rPr>
              <a:t>PostgreSQL
+ pgvector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5422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8D4F0"/>
                </a:solidFill>
              </a:rPr>
              <a:t>통합분석 이력 / 공시 / 주식 벡터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5074920"/>
            <a:ext cx="3017520" cy="685800"/>
          </a:xfrm>
          <a:prstGeom prst="rect">
            <a:avLst/>
          </a:prstGeom>
          <a:solidFill>
            <a:srgbClr val="1A4885"/>
          </a:solidFill>
          <a:ln w="10160">
            <a:solidFill>
              <a:srgbClr val="94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97680" y="5074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4E2D8"/>
                </a:solidFill>
              </a:rPr>
              <a:t>Redis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5422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8D4F0"/>
                </a:solidFill>
              </a:rPr>
              <a:t>세션 토큰 / 공시 캐시 / 임시 토큰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35240" y="5074920"/>
            <a:ext cx="3017520" cy="685800"/>
          </a:xfrm>
          <a:prstGeom prst="rect">
            <a:avLst/>
          </a:prstGeom>
          <a:solidFill>
            <a:srgbClr val="1A4885"/>
          </a:solidFill>
          <a:ln w="10160">
            <a:solidFill>
              <a:srgbClr val="94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35240" y="5074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4E2D8"/>
                </a:solidFill>
              </a:rPr>
              <a:t>PostgreSQL
(뉴스 DB)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5422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8D4F0"/>
                </a:solidFill>
              </a:rPr>
              <a:t>collected_news 테이블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0120" y="5925312"/>
            <a:ext cx="1783080" cy="475488"/>
          </a:xfrm>
          <a:prstGeom prst="rect">
            <a:avLst/>
          </a:prstGeom>
          <a:solidFill>
            <a:srgbClr val="1A4885"/>
          </a:solidFill>
          <a:ln w="889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0120" y="592531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8BA8"/>
                </a:solidFill>
              </a:rPr>
              <a:t>Kakao OAuth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71800" y="5925312"/>
            <a:ext cx="1783080" cy="475488"/>
          </a:xfrm>
          <a:prstGeom prst="rect">
            <a:avLst/>
          </a:prstGeom>
          <a:solidFill>
            <a:srgbClr val="1A4885"/>
          </a:solidFill>
          <a:ln w="889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971800" y="592531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8BA8"/>
                </a:solidFill>
              </a:rPr>
              <a:t>Naver News API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3480" y="5925312"/>
            <a:ext cx="1783080" cy="475488"/>
          </a:xfrm>
          <a:prstGeom prst="rect">
            <a:avLst/>
          </a:prstGeom>
          <a:solidFill>
            <a:srgbClr val="1A4885"/>
          </a:solidFill>
          <a:ln w="889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83480" y="592531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8BA8"/>
                </a:solidFill>
              </a:rPr>
              <a:t>DART API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95160" y="5925312"/>
            <a:ext cx="1783080" cy="475488"/>
          </a:xfrm>
          <a:prstGeom prst="rect">
            <a:avLst/>
          </a:prstGeom>
          <a:solidFill>
            <a:srgbClr val="1A4885"/>
          </a:solidFill>
          <a:ln w="889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995160" y="592531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8BA8"/>
                </a:solidFill>
              </a:rPr>
              <a:t>SerpAPI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06840" y="5925312"/>
            <a:ext cx="1783080" cy="475488"/>
          </a:xfrm>
          <a:prstGeom prst="rect">
            <a:avLst/>
          </a:prstGeom>
          <a:solidFill>
            <a:srgbClr val="1A4885"/>
          </a:solidFill>
          <a:ln w="889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006840" y="592531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8BA8"/>
                </a:solidFill>
              </a:rPr>
              <a:t>OpenAI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130</Words>
  <Application>Microsoft Office PowerPoint</Application>
  <PresentationFormat>사용자 지정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영진 김</cp:lastModifiedBy>
  <cp:revision>2</cp:revision>
  <dcterms:created xsi:type="dcterms:W3CDTF">2013-01-27T09:14:16Z</dcterms:created>
  <dcterms:modified xsi:type="dcterms:W3CDTF">2026-04-02T13:11:35Z</dcterms:modified>
  <cp:category/>
</cp:coreProperties>
</file>